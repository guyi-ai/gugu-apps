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 1 页 标题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要点：收入增长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200400" cy="1828800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季度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收入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 2 页 标题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要点：收入增长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200400" cy="1828800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季度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收入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2026-10-10T17:26:01Z</dcterms:created>
  <dcterms:modified xsi:type="dcterms:W3CDTF">2026-10-10T17:26:01Z</dcterms:modified>
</cp:coreProperties>
</file>