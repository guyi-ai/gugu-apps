
<file path=[Content_Types].xml><?xml version="1.0" encoding="utf-8"?>
<Types xmlns="http://schemas.openxmlformats.org/package/2006/content-types">
  <Override PartName="/ppt/slideLayouts/slideLayout8.xml" ContentType="application/vnd.openxmlformats-officedocument.presentationml.slideLayout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4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Default Extension="png" ContentType="image/png"/>
  <Override PartName="/docProps/core.xml" ContentType="application/vnd.openxmlformats-package.core-properties+xml"/>
  <Default Extension="bin" ContentType="application/vnd.openxmlformats-officedocument.presentationml.printerSettings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Default Extension="xml" ContentType="application/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Default Extension="jpeg" ContentType="image/jpeg"/>
  <Override PartName="/ppt/slideLayouts/slideLayout11.xml" ContentType="application/vnd.openxmlformats-officedocument.presentationml.slideLayout+xml"/>
  <Override PartName="/ppt/slideLayouts/slideLayout13.xml" ContentType="application/vnd.openxmlformats-officedocument.presentationml.slideLayout+xml"/>
  <Default Extension="rels" ContentType="application/vnd.openxmlformats-package.relationships+xml"/>
  <Default Extension="pdf" ContentType="application/pdf"/>
  <Default Extension="gif" ContentType="image/gif"/>
  <Override PartName="/ppt/slideLayouts/slideLayout12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trictFirstAndLastChars="0" saveSubsetFonts="1" autoCompressPictures="0">
  <p:sldMasterIdLst>
    <p:sldMasterId r:id="rId1"/>
  </p:sldMasterIdLst>
  <p:notesMasterIdLst>
    <p:notesMasterId r:id="rId50"/>
  </p:notesMasterIdLst>
  <p:sldIdLst>
    <p:sldId id="256" r:id="rId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rebuchet MS" pitchFamily="92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rebuchet MS" pitchFamily="92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rebuchet MS" pitchFamily="92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rebuchet MS" pitchFamily="92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rebuchet MS" pitchFamily="92" charset="0"/>
        <a:ea typeface="+mn-ea"/>
        <a:cs typeface="+mn-cs"/>
      </a:defRPr>
    </a:lvl5pPr>
    <a:lvl6pPr marL="2286000" algn="l" defTabSz="457200" rtl="0" eaLnBrk="1" latinLnBrk="0" hangingPunct="1">
      <a:defRPr sz="2000" kern="1200">
        <a:solidFill>
          <a:schemeClr val="tx1"/>
        </a:solidFill>
        <a:latin typeface="Trebuchet MS" pitchFamily="92" charset="0"/>
        <a:ea typeface="+mn-ea"/>
        <a:cs typeface="+mn-cs"/>
      </a:defRPr>
    </a:lvl6pPr>
    <a:lvl7pPr marL="2743200" algn="l" defTabSz="457200" rtl="0" eaLnBrk="1" latinLnBrk="0" hangingPunct="1">
      <a:defRPr sz="2000" kern="1200">
        <a:solidFill>
          <a:schemeClr val="tx1"/>
        </a:solidFill>
        <a:latin typeface="Trebuchet MS" pitchFamily="92" charset="0"/>
        <a:ea typeface="+mn-ea"/>
        <a:cs typeface="+mn-cs"/>
      </a:defRPr>
    </a:lvl7pPr>
    <a:lvl8pPr marL="3200400" algn="l" defTabSz="457200" rtl="0" eaLnBrk="1" latinLnBrk="0" hangingPunct="1">
      <a:defRPr sz="2000" kern="1200">
        <a:solidFill>
          <a:schemeClr val="tx1"/>
        </a:solidFill>
        <a:latin typeface="Trebuchet MS" pitchFamily="92" charset="0"/>
        <a:ea typeface="+mn-ea"/>
        <a:cs typeface="+mn-cs"/>
      </a:defRPr>
    </a:lvl8pPr>
    <a:lvl9pPr marL="3657600" algn="l" defTabSz="457200" rtl="0" eaLnBrk="1" latinLnBrk="0" hangingPunct="1">
      <a:defRPr sz="2000" kern="1200">
        <a:solidFill>
          <a:schemeClr val="tx1"/>
        </a:solidFill>
        <a:latin typeface="Trebuchet MS" pitchFamily="92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showPr showNarration="1" useTimings="0">
    <p:present/>
    <p:sldAll/>
    <p:penClr>
      <a:schemeClr val="tx1"/>
    </p:penClr>
  </p:showPr>
  <p:clrMru>
    <a:srgbClr val="276288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normalViewPr showOutlineIcons="0"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12" y="-12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50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51" Type="http://schemas.openxmlformats.org/officeDocument/2006/relationships/printerSettings" Target="printerSettings/printerSettings1.bin"/><Relationship Id="rId5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52" Type="http://schemas.openxmlformats.org/officeDocument/2006/relationships/presProps" Target="presProps.xml"/><Relationship Id="rId54" Type="http://schemas.openxmlformats.org/officeDocument/2006/relationships/theme" Target="theme/theme1.xml"/><Relationship Id="rId5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" pitchFamily="25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" pitchFamily="25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/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6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" pitchFamily="25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86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" pitchFamily="25" charset="0"/>
              </a:defRPr>
            </a:lvl1pPr>
          </a:lstStyle>
          <a:p>
            <a:pPr>
              <a:defRPr/>
            </a:pPr>
            <a:fld id="{E480A8A4-C23D-445C-8D4C-3BC9ED539E6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25" charset="0"/>
        <a:ea typeface="ＭＳ Ｐゴシック" pitchFamily="92" charset="-128"/>
        <a:cs typeface="ＭＳ Ｐゴシック" pitchFamily="92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25" charset="0"/>
        <a:ea typeface="ＭＳ Ｐゴシック" pitchFamily="25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25" charset="0"/>
        <a:ea typeface="ＭＳ Ｐゴシック" pitchFamily="25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25" charset="0"/>
        <a:ea typeface="ＭＳ Ｐゴシック" pitchFamily="25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25" charset="0"/>
        <a:ea typeface="ＭＳ Ｐゴシック" pitchFamily="25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BEDBB30-7A66-4127-9AA7-66DB232F9520}" type="slidenum">
              <a:rPr lang="en-US">
                <a:latin typeface="Times" pitchFamily="92" charset="0"/>
              </a:rPr>
              <a:pPr/>
              <a:t>1</a:t>
            </a:fld>
            <a:endParaRPr lang="en-US">
              <a:latin typeface="Times" pitchFamily="92" charset="0"/>
            </a:endParaRPr>
          </a:p>
        </p:txBody>
      </p:sp>
      <p:sp>
        <p:nvSpPr>
          <p:cNvPr id="17411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>
                <a:latin typeface="Times" pitchFamily="92" charset="0"/>
              </a:rPr>
              <a:t>Hello crowd, welcome. Introduce self.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71600" y="1447800"/>
            <a:ext cx="7315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2766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059095-C9B8-41A1-9102-6E5050B284D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FC5913-DA87-48B5-850B-787A599ABF2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400" y="1371600"/>
            <a:ext cx="3619500" cy="4191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7300" y="1371600"/>
            <a:ext cx="3619500" cy="4191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36C4A8-6C6F-4126-B96D-A124C518AA9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41B15C-D043-487B-BDAF-3814F1C7D09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F17784-D3DC-47EC-8BE2-193B8898145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10B1FA-4D4D-4C36-A28B-E4A5424A46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F24EFF-590C-4A41-AFF6-3B043ECCCC9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75DA9D-D177-45C8-A804-DB5ABC7B78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709C57-C788-4774-AE29-12F5580AB66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38950" y="381000"/>
            <a:ext cx="1847850" cy="5181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400" y="381000"/>
            <a:ext cx="5391150" cy="5181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FBCC97-C3B8-4FEA-8D0E-CD10C74B8A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1295400" y="381000"/>
            <a:ext cx="739140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A099D1-DF58-42AB-86F2-8CBF4E425B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381000"/>
            <a:ext cx="7391400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295400" y="1371600"/>
            <a:ext cx="3619500" cy="4191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7300" y="1371600"/>
            <a:ext cx="3619500" cy="4191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392802-99F8-4896-85BA-4566CAA8F2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4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7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0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9" Type="http://schemas.openxmlformats.org/officeDocument/2006/relationships/slideLayout" Target="../slideLayouts/slideLayout9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blipFill dpi="0" rotWithShape="0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295400" y="381000"/>
            <a:ext cx="73914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95400" y="1371600"/>
            <a:ext cx="7391400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430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D0FD2777-9079-4961-BE59-38E2DF2B748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r:id="rId1"/>
    <p:sldLayoutId r:id="rId2"/>
    <p:sldLayoutId r:id="rId3"/>
    <p:sldLayoutId r:id="rId4"/>
    <p:sldLayoutId r:id="rId5"/>
    <p:sldLayoutId r:id="rId6"/>
    <p:sldLayoutId r:id="rId7"/>
    <p:sldLayoutId r:id="rId8"/>
    <p:sldLayoutId r:id="rId9"/>
    <p:sldLayoutId r:id="rId10"/>
    <p:sldLayoutId r:id="rId11"/>
    <p:sldLayoutId r:id="rId12"/>
    <p:sldLayoutId r:id="rId13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rgbClr val="276288"/>
          </a:solidFill>
          <a:latin typeface="+mj-lt"/>
          <a:ea typeface="ＭＳ Ｐゴシック" pitchFamily="92" charset="-128"/>
          <a:cs typeface="ＭＳ Ｐゴシック" pitchFamily="92" charset="-128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rgbClr val="276288"/>
          </a:solidFill>
          <a:latin typeface="Arial" pitchFamily="25" charset="0"/>
          <a:ea typeface="ＭＳ Ｐゴシック" pitchFamily="92" charset="-128"/>
          <a:cs typeface="ＭＳ Ｐゴシック" pitchFamily="92" charset="-128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rgbClr val="276288"/>
          </a:solidFill>
          <a:latin typeface="Arial" pitchFamily="25" charset="0"/>
          <a:ea typeface="ＭＳ Ｐゴシック" pitchFamily="92" charset="-128"/>
          <a:cs typeface="ＭＳ Ｐゴシック" pitchFamily="92" charset="-128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rgbClr val="276288"/>
          </a:solidFill>
          <a:latin typeface="Arial" pitchFamily="25" charset="0"/>
          <a:ea typeface="ＭＳ Ｐゴシック" pitchFamily="92" charset="-128"/>
          <a:cs typeface="ＭＳ Ｐゴシック" pitchFamily="92" charset="-128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rgbClr val="276288"/>
          </a:solidFill>
          <a:latin typeface="Arial" pitchFamily="25" charset="0"/>
          <a:ea typeface="ＭＳ Ｐゴシック" pitchFamily="92" charset="-128"/>
          <a:cs typeface="ＭＳ Ｐゴシック" pitchFamily="92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276288"/>
          </a:solidFill>
          <a:latin typeface="Arial" pitchFamily="25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276288"/>
          </a:solidFill>
          <a:latin typeface="Arial" pitchFamily="25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276288"/>
          </a:solidFill>
          <a:latin typeface="Arial" pitchFamily="25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276288"/>
          </a:solidFill>
          <a:latin typeface="Arial" pitchFamily="25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rgbClr val="276288"/>
          </a:solidFill>
          <a:latin typeface="+mn-lt"/>
          <a:ea typeface="ＭＳ Ｐゴシック" pitchFamily="92" charset="-128"/>
          <a:cs typeface="ＭＳ Ｐゴシック" pitchFamily="92" charset="-128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rgbClr val="E77D23"/>
          </a:solidFill>
          <a:latin typeface="+mn-lt"/>
          <a:ea typeface="ＭＳ Ｐゴシック" pitchFamily="25" charset="-128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rgbClr val="276288"/>
          </a:solidFill>
          <a:latin typeface="+mn-lt"/>
          <a:ea typeface="ＭＳ Ｐゴシック" pitchFamily="25" charset="-128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rgbClr val="E77D23"/>
          </a:solidFill>
          <a:latin typeface="Times New Roman" pitchFamily="25" charset="0"/>
          <a:ea typeface="ＭＳ Ｐゴシック" pitchFamily="25" charset="-128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276288"/>
          </a:solidFill>
          <a:latin typeface="Times New Roman" pitchFamily="25" charset="0"/>
          <a:ea typeface="ＭＳ Ｐゴシック" pitchFamily="25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276288"/>
          </a:solidFill>
          <a:latin typeface="Times New Roman" pitchFamily="25" charset="0"/>
          <a:ea typeface="ＭＳ Ｐゴシック" pitchFamily="25" charset="-128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276288"/>
          </a:solidFill>
          <a:latin typeface="Times New Roman" pitchFamily="25" charset="0"/>
          <a:ea typeface="ＭＳ Ｐゴシック" pitchFamily="25" charset="-128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276288"/>
          </a:solidFill>
          <a:latin typeface="Times New Roman" pitchFamily="25" charset="0"/>
          <a:ea typeface="ＭＳ Ｐゴシック" pitchFamily="25" charset="-128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276288"/>
          </a:solidFill>
          <a:latin typeface="Times New Roman" pitchFamily="25" charset="0"/>
          <a:ea typeface="ＭＳ Ｐゴシック" pitchFamily="25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Apache Performance Tuning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276600"/>
            <a:ext cx="6400800" cy="762000"/>
          </a:xfrm>
        </p:spPr>
        <p:txBody>
          <a:bodyPr/>
          <a:lstStyle/>
          <a:p>
            <a:r>
              <a:rPr lang="en-US"/>
              <a:t>Part 1: Scaling Up</a:t>
            </a:r>
          </a:p>
        </p:txBody>
      </p:sp>
      <p:sp>
        <p:nvSpPr>
          <p:cNvPr id="16388" name="Text Box 4"/>
          <p:cNvSpPr txBox="1">
            <a:spLocks noChangeArrowheads="1"/>
          </p:cNvSpPr>
          <p:nvPr/>
        </p:nvSpPr>
        <p:spPr bwMode="auto">
          <a:xfrm>
            <a:off x="2381250" y="4419600"/>
            <a:ext cx="52943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chemeClr val="bg2"/>
                </a:solidFill>
              </a:rPr>
              <a:t>Sander Temme &lt;sander@temme.net&gt;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ac-eu-07-1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990033"/>
      </a:accent2>
      <a:accent3>
        <a:srgbClr val="FFFFFF"/>
      </a:accent3>
      <a:accent4>
        <a:srgbClr val="000000"/>
      </a:accent4>
      <a:accent5>
        <a:srgbClr val="DAEDEF"/>
      </a:accent5>
      <a:accent6>
        <a:srgbClr val="8A002D"/>
      </a:accent6>
      <a:hlink>
        <a:srgbClr val="990033"/>
      </a:hlink>
      <a:folHlink>
        <a:srgbClr val="990033"/>
      </a:folHlink>
    </a:clrScheme>
    <a:fontScheme name="ac-eu-07-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" pitchFamily="25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" pitchFamily="25" charset="0"/>
          </a:defRPr>
        </a:defPPr>
      </a:lstStyle>
    </a:lnDef>
  </a:objectDefaults>
  <a:extraClrSchemeLst>
    <a:extraClrScheme>
      <a:clrScheme name="ac-eu-07-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-eu-07-1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-eu-07-1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-eu-07-1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-eu-07-1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c-eu-07-1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c-eu-07-1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c-eu-07-1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c-eu-07-1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c-eu-07-1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c-eu-07-1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c-eu-07-1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Speaker Slide Template Masters.ppt</Template>
  <TotalTime>11345</TotalTime>
  <Words>1829</Words>
  <Application>Microsoft PowerPoint</Application>
  <PresentationFormat>On-screen Show (4:3)</PresentationFormat>
  <Paragraphs>385</Paragraphs>
  <Slides>48</Slides>
  <Notes>41</Notes>
  <HiddenSlides>2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Design Template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8" baseType="lpstr">
      <vt:lpstr>Trebuchet MS</vt:lpstr>
      <vt:lpstr>ＭＳ Ｐゴシック</vt:lpstr>
      <vt:lpstr>Arial</vt:lpstr>
      <vt:lpstr>Times New Roman</vt:lpstr>
      <vt:lpstr>Times</vt:lpstr>
      <vt:lpstr>Courier New</vt:lpstr>
      <vt:lpstr>Monaco</vt:lpstr>
      <vt:lpstr>Courier</vt:lpstr>
      <vt:lpstr>Times-Roman</vt:lpstr>
      <vt:lpstr>ac-eu-07-1</vt:lpstr>
      <vt:lpstr>Apache Performance Tuning</vt:lpstr>
      <vt:lpstr>Slide 2</vt:lpstr>
      <vt:lpstr>Slide 3</vt:lpstr>
      <vt:lpstr>The Silver Bullet</vt:lpstr>
      <vt:lpstr>Slide 5</vt:lpstr>
      <vt:lpstr>Sorry</vt:lpstr>
      <vt:lpstr>No Silver Bullet</vt:lpstr>
      <vt:lpstr>Performance Tuning</vt:lpstr>
      <vt:lpstr>In practice</vt:lpstr>
      <vt:lpstr>Monitoring Your Server</vt:lpstr>
      <vt:lpstr>Purposes of Monitoring</vt:lpstr>
      <vt:lpstr>Monitoring Apache</vt:lpstr>
      <vt:lpstr>Monitoring Solaris: SE Toolkit</vt:lpstr>
      <vt:lpstr>Monitoring: Ganglia</vt:lpstr>
      <vt:lpstr>Other Monitoring Tools</vt:lpstr>
      <vt:lpstr>Web Server Logs</vt:lpstr>
      <vt:lpstr>Combined Log Format</vt:lpstr>
      <vt:lpstr>Log Analysis</vt:lpstr>
      <vt:lpstr>Log Analysis – Webalizer</vt:lpstr>
      <vt:lpstr>Configuring for Performance</vt:lpstr>
      <vt:lpstr>Apache Configuration</vt:lpstr>
      <vt:lpstr>DNS Lookups</vt:lpstr>
      <vt:lpstr>.htaccess Files</vt:lpstr>
      <vt:lpstr>MaxClients</vt:lpstr>
      <vt:lpstr>Server-side Includes</vt:lpstr>
      <vt:lpstr>The X-Bit Hack</vt:lpstr>
      <vt:lpstr>Sizing MaxClients</vt:lpstr>
      <vt:lpstr>Top</vt:lpstr>
      <vt:lpstr>Selecting Your MPM</vt:lpstr>
      <vt:lpstr>Processes and Threads</vt:lpstr>
      <vt:lpstr>Platforms and Threading</vt:lpstr>
      <vt:lpstr>Thread-safety</vt:lpstr>
      <vt:lpstr>Tune your App Tier</vt:lpstr>
      <vt:lpstr>System Tuning Tips</vt:lpstr>
      <vt:lpstr>RAM and Swap</vt:lpstr>
      <vt:lpstr>ulimit</vt:lpstr>
      <vt:lpstr>SSL Performance</vt:lpstr>
      <vt:lpstr>SSL Performance Tips</vt:lpstr>
      <vt:lpstr>Caching Content</vt:lpstr>
      <vt:lpstr>mod_cache Configuration</vt:lpstr>
      <vt:lpstr>Make Popular Pages Static</vt:lpstr>
      <vt:lpstr>Static Page Substitution</vt:lpstr>
      <vt:lpstr>Tips</vt:lpstr>
      <vt:lpstr>Q&amp;A</vt:lpstr>
      <vt:lpstr>Conference Roadmap</vt:lpstr>
      <vt:lpstr>Current Version</vt:lpstr>
      <vt:lpstr>Thank You</vt:lpstr>
      <vt:lpstr>Further Reading</vt:lpstr>
    </vt:vector>
  </TitlesOfParts>
  <Company>Britestream Networks</Company>
  <LinksUpToDate>false</LinksUpToDate>
  <SharedDoc>false</SharedDoc>
  <HyperlinksChanged>false</HyperlinksChanged>
  <AppVersion>12.0001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Apache Performance Tuning</dc:title>
  <dc:creator>Sander Temme</dc:creator>
  <cp:lastModifiedBy>Sander Temme</cp:lastModifiedBy>
  <cp:revision>26</cp:revision>
  <cp:lastPrinted>2004-11-15T22:15:35Z</cp:lastPrinted>
  <dcterms:created xsi:type="dcterms:W3CDTF">2008-04-09T08:38:23Z</dcterms:created>
  <dcterms:modified xsi:type="dcterms:W3CDTF">2008-04-09T10:33:58Z</dcterms:modified>
</cp:coreProperties>
</file>