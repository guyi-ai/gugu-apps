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 1 页 标题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要点：收入增长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280160"/>
            <a:ext cx="3200400" cy="1828800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季度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收入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14:contentPart xmlns:r="http://schemas.openxmlformats.org/officeDocument/2006/relationships" r:id="rIdNone">
            <p14:nvContentPartPr>
              <p14:cNvPr id="90" name="Ink 89"/>
              <p14:cNvContentPartPr/>
              <p14:nvPr/>
            </p14:nvContentPartPr>
            <p14:xfrm>
              <a:off x="914400" y="3657600"/>
              <a:ext cx="4572000" cy="914400"/>
            </p14:xfrm>
          </p14:contentPart>
        </mc:Choice>
        <mc:Fallback>
          <p:sp>
            <p:nvSpPr>
              <p:cNvPr id="90" name="Chart 89"/>
              <p:cNvSpPr/>
              <p:nvPr/>
            </p:nvSpPr>
            <p:spPr>
              <a:xfrm>
                <a:off x="914400" y="3657600"/>
                <a:ext cx="4572000" cy="914400"/>
              </a:xfrm>
              <a:prstGeom prst="rect">
                <a:avLst/>
              </a:prstGeom>
              <a:solidFill>
                <a:srgbClr val="BDD7EE"/>
              </a:solidFill>
            </p:spPr>
            <p:txBody>
              <a:bodyPr/>
              <a:lstStyle/>
              <a:p>
                <a:r>
                  <a:rPr lang="en-US" sz="2800"/>
                  <a:t>FALLBACK ALT TEXT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 2 页 标题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要点：收入增长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280160"/>
            <a:ext cx="3200400" cy="1828800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季度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收入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2026-10-10T17:26:01Z</dcterms:created>
  <dcterms:modified xsi:type="dcterms:W3CDTF">2026-10-10T17:26:01Z</dcterms:modified>
</cp:coreProperties>
</file>